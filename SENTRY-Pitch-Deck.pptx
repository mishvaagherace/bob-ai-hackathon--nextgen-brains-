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21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31720"/>
            <a:ext cx="1280160" cy="0"/>
          </a:xfrm>
          <a:prstGeom prst="line">
            <a:avLst/>
          </a:prstGeom>
          <a:noFill/>
          <a:ln w="25400">
            <a:solidFill>
              <a:srgbClr val="52D9C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D9C9"/>
                </a:solidFill>
              </a:rPr>
              <a:t>DEFENSE &amp; AEROSPACE  ·  PROBLEM D1  ·  CRITICAL 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Readiness &amp; Predictive Maintenance Copilot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what's mission-ready, why it isn't, and what to fix first — before the aircraft ever leaves the hangar.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4ADE80">
              <a:alpha val="12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512064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B84C">
              <a:alpha val="12000"/>
            </a:srgbClr>
          </a:solidFill>
          <a:ln w="12700">
            <a:solidFill>
              <a:srgbClr val="F5B8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5120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CLOSELY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512064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5C5C">
              <a:alpha val="12000"/>
            </a:srgbClr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0" y="5120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MISSION READY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is a guess, and maintenance runs on the calendar — not on reality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10515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939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2D9C9"/>
                </a:solidFill>
              </a:rPr>
              <a:t>No real-time picture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404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Military organizations can't reliably tell whether aircraft, vehicles, and equipment are actually mission-ready right now.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120640" cy="10515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0939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2D9C9"/>
                </a:solidFill>
              </a:rPr>
              <a:t>Fixed-schedule maintenance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4048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Maintenance runs on calendar intervals regardless of true component condition — healthy parts get pulled, failing parts wait.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5120640" cy="10515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74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2D9C9"/>
                </a:solidFill>
              </a:rPr>
              <a:t>Sensor data sits unused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85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HUMS (Health &amp; Usage Monitoring System) data that could predict failures weeks in advance is collected but never analyzed.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120640" cy="10515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3741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2D9C9"/>
                </a:solidFill>
              </a:rPr>
              <a:t>Readiness drops on surprise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6850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When platforms fail unexpectedly, operational readiness drops and recovery takes weeks — right when it's needed most.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C5C"/>
                </a:solidFill>
              </a:rPr>
              <a:t>$90B</a:t>
            </a:r>
            <a:pPr indent="0" marL="0">
              <a:buNone/>
            </a:pPr>
            <a:r>
              <a:rPr lang="en-US" sz="1300" dirty="0">
                <a:solidFill>
                  <a:srgbClr val="8CA0B3"/>
                </a:solidFill>
              </a:rPr>
              <a:t>  spent by the US military on maintenance every year — shifting from reactive to predictive approaches saves billions.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Copilot that reads the fleet's vitals and tells maintainers what to do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487168" cy="324612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2D9C9"/>
                </a:solidFill>
              </a:rPr>
              <a:t>Ingest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33756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Pulls in HUMS sensor streams and CMMS service records for every asset in the fleet.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487168" cy="324612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2D9C9"/>
                </a:solidFill>
              </a:rPr>
              <a:t>Assess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3712464" y="333756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Scores each asset MISSION READY / MONITOR CLOSELY / NOT MISSION READY against its next mission window.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80176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99632" y="2148840"/>
            <a:ext cx="2487168" cy="324612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2D9C9"/>
                </a:solidFill>
              </a:rPr>
              <a:t>Explain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3756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States plainly which component is at risk, its wear %, its degradation trend, and why that matters.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68512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87968" y="2148840"/>
            <a:ext cx="2487168" cy="324612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89136" y="2350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3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2D9C9"/>
                </a:solidFill>
              </a:rPr>
              <a:t>Recommend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9089136" y="3337560"/>
            <a:ext cx="20848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Outputs one prioritized, fleet-wide maintenance plan — ranked by what actually blocks the next mission.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28600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D9C9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HUMS sensor streams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CMMS service records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Mission schedule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920240"/>
            <a:ext cx="246888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D9C9"/>
                </a:solidFill>
              </a:rPr>
              <a:t>INGEST LAYER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mock_data.py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(swap for live connectors)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1920240"/>
            <a:ext cx="246888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D9C9"/>
                </a:solidFill>
              </a:rPr>
              <a:t>PREDICTION ENGINE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predictor.py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Wear + trend → ETA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Risk classification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46920" y="1920240"/>
            <a:ext cx="192024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D9C9"/>
                </a:solidFill>
              </a:rPr>
              <a:t>FLASK API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23774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/assets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A0B3"/>
                </a:solidFill>
              </a:rPr>
              <a:t>• /maintenance-plan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926080" y="4206240"/>
            <a:ext cx="6309360" cy="1554480"/>
          </a:xfrm>
          <a:prstGeom prst="rect">
            <a:avLst/>
          </a:prstGeom>
          <a:solidFill>
            <a:srgbClr val="101B29"/>
          </a:solidFill>
          <a:ln w="12700">
            <a:solidFill>
              <a:srgbClr val="52D9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D9C9"/>
                </a:solidFill>
              </a:rPr>
              <a:t>OPS DASHBOARD (frontend/)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6634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Fleet summary · asset cards with readiness score · component-level drill-down with plain-language explanations · prioritized maintenance work-order table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3145"/>
                </a:solidFill>
              </a:rPr>
              <a:t>↑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by design — no black box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CA0B3"/>
                </a:solidFill>
              </a:rPr>
              <a:t>Every component carries a current wear % and a recent degradation trend from HUMS data. SENTRY projects forward to the day wear crosses the failure threshold, and checks that against the next mission window.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852160" cy="1783080"/>
          </a:xfrm>
          <a:prstGeom prst="rect">
            <a:avLst/>
          </a:prstGeom>
          <a:solidFill>
            <a:srgbClr val="101B29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96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EF5"/>
                </a:solidFill>
              </a:rPr>
              <a:t>Main Rotor Gearbox — UH-60 (AC-207)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24780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5C"/>
                </a:solidFill>
              </a:rPr>
              <a:t>CRITICAL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8986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Main Rotor Gearbox is at 91.4% wear, degrading 2.8%/day. Projected to cross failure threshold in ~3.1 days — BEFORE the next mission window (T-4d).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57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D9C9"/>
                </a:solidFill>
              </a:rPr>
              <a:t>Wear: 91.4%     Trend: +2.8%/day     Last service: 118 days ago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331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D9C9"/>
                </a:solidFill>
              </a:rPr>
              <a:t>Transparent math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24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0B3"/>
                </a:solidFill>
              </a:rPr>
              <a:t>wear% ÷ trend%/day = days-to-failure. Any maintainer can verify the number by hand.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D9C9"/>
                </a:solidFill>
              </a:rPr>
              <a:t>Mission-aware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493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0B3"/>
                </a:solidFill>
              </a:rPr>
              <a:t>Every prediction is compared against that asset's actual next mission window, not a fixed rule.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D9C9"/>
                </a:solidFill>
              </a:rPr>
              <a:t>Model-agnostic seam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43616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0B3"/>
                </a:solidFill>
              </a:rPr>
              <a:t>predictor.py is a drop-in interface — swap the linear model for a trained per-component model without touching the API.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on purpose — fast to demo, easy to swap in real systems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37560" cy="365760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1671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2D9C9"/>
                </a:solidFill>
              </a:rPr>
              <a:t>Backend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Python 3 + Flask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REST JSON API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predictor.py — explainable ETA/risk engine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mock_data.py — simulated HUMS feed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965960"/>
            <a:ext cx="3337560" cy="365760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1671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2D9C9"/>
                </a:solidFill>
              </a:rPr>
              <a:t>Frontend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5176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HTML / CSS / vanilla JS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No build step — runs anywhere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Live fetch from Flask API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Asset drill-down drawer + plan 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337560" cy="365760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1671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2D9C9"/>
                </a:solidFill>
              </a:rPr>
              <a:t>Deployment path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65176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Containerize backend (Docker)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Swap mock_data.py for real HUMS/CMMS connectors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Add auth + audit log</a:t>
            </a:r>
            <a:endParaRPr lang="en-US" sz="120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8CA0B3"/>
                </a:solidFill>
              </a:rPr>
              <a:t>• Serve frontend via internal ops portal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3756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spent on US military maintenance yearly — the pool predictive maintenance can shrink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1828800"/>
            <a:ext cx="333756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011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of recovery time avoided per unexpected platform failure, caught days in advance instead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337560" cy="1737360"/>
          </a:xfrm>
          <a:prstGeom prst="rect">
            <a:avLst/>
          </a:prstGeom>
          <a:solidFill>
            <a:srgbClr val="101B29"/>
          </a:solidFill>
          <a:ln w="12700">
            <a:solidFill>
              <a:srgbClr val="2231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2011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plan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26974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CA0B3"/>
                </a:solidFill>
              </a:rPr>
              <a:t>one prioritized, explainable work order list replaces fragmented fixed-interval schedules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EF5"/>
                </a:solidFill>
              </a:rPr>
              <a:t>Roadmap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4340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8CA0B3"/>
                </a:solidFill>
              </a:rPr>
              <a:t>1.  Connect real HUMS sensor and CMMS data feeds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8CA0B3"/>
                </a:solidFill>
              </a:rPr>
              <a:t>2.  Train a per-component-class survival model behind predictor.py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8CA0B3"/>
                </a:solidFill>
              </a:rPr>
              <a:t>3.  Add mission-scheduling integration for live mission windows</a:t>
            </a:r>
            <a:endParaRPr lang="en-US" sz="1300" dirty="0"/>
          </a:p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8CA0B3"/>
                </a:solidFill>
              </a:rPr>
              <a:t>4.  Pilot with one squadron, measure unplanned-downtime reduction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68880"/>
            <a:ext cx="1280160" cy="0"/>
          </a:xfrm>
          <a:prstGeom prst="line">
            <a:avLst/>
          </a:prstGeom>
          <a:noFill/>
          <a:ln w="25400">
            <a:solidFill>
              <a:srgbClr val="52D9C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7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0B3"/>
                </a:solidFill>
              </a:rPr>
              <a:t>Know what's ready. Know what's next.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D9C9"/>
                </a:solidFill>
              </a:rPr>
              <a:t>Problem D1 — Mission Readiness &amp; Predictive Maintenance Copilot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— Mission Readiness Copilot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2026-09-15T11:21:03Z</dcterms:created>
  <dcterms:modified xsi:type="dcterms:W3CDTF">2026-09-15T11:21:03Z</dcterms:modified>
</cp:coreProperties>
</file>